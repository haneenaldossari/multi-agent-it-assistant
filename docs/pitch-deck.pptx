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50292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Agenticthon — Multi-Agent Systems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5600" b="1" i="0">
                <a:solidFill>
                  <a:srgbClr val="F5F5F5"/>
                </a:solidFill>
                <a:latin typeface="IBM Plex Sans Arabic"/>
              </a:rPr>
              <a:t>المساعد التقني متعدد الوكلاء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531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9CA3AF"/>
                </a:solidFill>
                <a:latin typeface="IBM Plex Sans Arabic"/>
              </a:rPr>
              <a:t>Multi-Agent IT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200" b="0" i="1">
                <a:solidFill>
                  <a:srgbClr val="F5F5F5"/>
                </a:solidFill>
                <a:latin typeface="IBM Plex Sans Arabic"/>
              </a:rPr>
              <a:t>نظام عصبي ذكي للدعم التقني المؤسسي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An AI nervous system for Saudi enterprise IT support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2876" y="5349240"/>
            <a:ext cx="2743200" cy="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640580" y="5266944"/>
            <a:ext cx="164592" cy="164592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4980" y="5266944"/>
            <a:ext cx="164592" cy="16459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69380" y="5266944"/>
            <a:ext cx="164592" cy="164592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83780" y="5266944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85216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5"/>
                </a:solidFill>
                <a:latin typeface="IBM Plex Sans Arabic"/>
              </a:rPr>
              <a:t>Haneen Aldossari    •    Noura Aldossari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531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  <a:latin typeface="IBM Plex Sans Arabic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المشكلة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“موظف يفتح تذكرة دعم لمشكلة بسيطة، وينتظر ٣ ساعات قبل أن تصل الإجابة. هذا واقع يومي في الشركات السعودية.”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١.  مشاكل متكررة تستهلك ساعات الدعم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6440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Repetitive tickets eat IT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3872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٨٠٪ من التذاكر اليومية تتكرر — VPN، password، email sync. كل واحدة تأخذ ساعات، معظمها انتظار في طوابير.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٢.  فجوة لغوية في الأدوات الحالية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English-only tools miss the Saudi mix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الموظف يتحدث عربي ويستخدم المصطلحات التقنية بالإنجليزية بشكل طبيعي. الأدوات الموجودة لا تفهم هذا المزج المحلي.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٣.  معرفة تضيع مع كل تذكرة تُحَل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6752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No collective memory, no NCA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4184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لا ذاكرة مؤسسية، لا اكتشاف للأنماط، ولا توثيق آلي لمتطلبات NCA Essential Cybersecurity Controls.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النتيجة: شركات تنفق الملايين، موظفون محبَطون، وفرق IT غارقة في المتكرر بدلاً من الهندسة الحقيقية.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الحل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b="0" i="0">
                <a:solidFill>
                  <a:srgbClr val="F5F5F5"/>
                </a:solidFill>
                <a:latin typeface="IBM Plex Sans Arabic"/>
              </a:rPr>
              <a:t>مساعد دعم تقني ذكي يعيش على شاشة الموظف ويتفاعل معه بالعربية والإنجليزية. يضغط زراً واحداً، يصف مشكلته بصوته، ويحصل على إرشاد بصري وتوجيه فوري بلغته.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0" i="0">
                <a:solidFill>
                  <a:srgbClr val="9CA3AF"/>
                </a:solidFill>
                <a:latin typeface="IBM Plex Sans Arabic"/>
              </a:rPr>
              <a:t>خلف الكواليس، أربعة وكلاء يتعاونون كفريق متكامل لحل المشكلة: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3076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6" y="2971800"/>
            <a:ext cx="5225796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9108" y="3218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9EFF"/>
                </a:solidFill>
                <a:latin typeface="IBM Plex Sans Arabic"/>
              </a:rPr>
              <a:t>وكيل الذاكرة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9108" y="3685032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9108" y="4050792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يستذكر البلاغات السابقة ويكتشف الأنماط في الشركة. يربط البلاغات المتعددة عبر موظفين مختلفين لاكتشاف الحوادث الجماعية.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71800"/>
            <a:ext cx="5225796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218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DE80"/>
                </a:solidFill>
                <a:latin typeface="IBM Plex Sans Arabic"/>
              </a:rPr>
              <a:t>وكيل المُحلِّل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85032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050792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يقرأ الشاشة، يفهم سؤال الموظف، ويقترح خطوة عملية واضحة مع تحديد الموقع الذي يجب الضغط عليه.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3076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3076" y="4864608"/>
            <a:ext cx="5225796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9108" y="5111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F87171"/>
                </a:solidFill>
                <a:latin typeface="IBM Plex Sans Arabic"/>
              </a:rPr>
              <a:t>وكيل الحارس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8" y="5577840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108" y="5943600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يراجع كل إجراء أمام سياسات الشركة وضوابط الـ NCA قبل تنفيذه. يملك صلاحية رفض الإجراءات الخطرة واقتراح بدائل آمنة.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4608"/>
            <a:ext cx="5225796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111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A78BFA"/>
                </a:solidFill>
                <a:latin typeface="IBM Plex Sans Arabic"/>
              </a:rPr>
              <a:t>وكيل المُبلِّغ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577840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943600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يجمّع الرد النهائي للموظف ويُنبّه الفريق المختص تلقائياً، ويولّد سجلاً مدقَّقاً لكل عملية يطابق متطلبات NCA.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كيف يعمل النظام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4574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56014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المستخدم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6014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6014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يضغط hotkey ويصف المشكلة بصوته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6014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User presses hotkey, speaks Arabic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8814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التقاط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لقطة شاشة + تحويل صوت لنص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Screenshot + voice-to-text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1596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90138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1578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الوكلاء يتعاونون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1578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Agents Collaborate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1578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Memory → Resolver → Guardian → Reporter</a:t>
            </a:r>
          </a:p>
        </p:txBody>
      </p:sp>
      <p:sp>
        <p:nvSpPr>
          <p:cNvPr id="21" name="Oval 20"/>
          <p:cNvSpPr/>
          <p:nvPr/>
        </p:nvSpPr>
        <p:spPr>
          <a:xfrm>
            <a:off x="4349115" y="3282696"/>
            <a:ext cx="109728" cy="109728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13707" y="32826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78299" y="3282696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2891" y="3282696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4378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الاستجابة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Response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رد عربي + المؤشر يطير على الحل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Arabic response + cursor flies to 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200" b="1" i="0">
                <a:solidFill>
                  <a:srgbClr val="F5F5F5"/>
                </a:solidFill>
                <a:latin typeface="IBM Plex Sans Arabic"/>
              </a:rPr>
              <a:t>وكلاء يتعاونون كفريق متكامل لحل المشكلة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7083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Four agents collaborating as one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الذاكرة قد تخبر المُحلِّل بتجاوز التشخيص لأن المشكلة معروفة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الحارس قد يرفض اقتراح المُحلِّل ويرغمه على البحث عن بديل آمن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المُبلِّغ قد يربط الطلب بحادثة جماعية قائمة بدلاً من إنشاء تذكرة جديدة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لماذا نحن مختلفون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Why We Win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79108" y="2075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Truly Multi-Agent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79108" y="2468880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تعاون حقيقي بين الوكلاء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9108" y="2834640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أربعة وكلاء يتعاونون كفريق متكامل لحل المشكلة. الذاكرة تخبر المُحلِّل بما هو معروف، الحارس يعدّل الخطة عند الحاجة، والمُبلِّغ يعيد توجيه المسار بالكامل عند اكتشاف نمط جماعي.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75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Arabic-First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مصمَّم للعربية أولاً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834640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تصميم مبني من الأساس للسياق السعودي. واجهة RTL كاملة، وفهم للمصطلحات التقنية الإنجليزية كما يستخدمها الموظف السعودي طبيعياً في كلامه اليومي.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3076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9108" y="3968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NCA-Compliant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9108" y="4361688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متوافق مع NCA افتراضياً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9108" y="4727448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سجل مدقَّق لكل عملية يطابق Essential Cybersecurity Controls — جزء أساسي من تصميم الـ Reporter agent منذ اليوم الأول، لا ميزة لاحقة.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68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Open-Source Foundation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361688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أساس مفتوح المصدر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727448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نظام شفاف بالكامل، لا قفل على بائع، وقابلية تطوير محلية للسوق السعودي.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“نظام دعم تقني عربي، يفهم شركتك، ويتعلم من كل بلاغ يحلّه.”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خارطة الطريق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6" y="1783080"/>
            <a:ext cx="4539996" cy="46634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7356" y="1783080"/>
            <a:ext cx="4539996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6" y="2029968"/>
            <a:ext cx="40827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b="1" i="0">
                <a:solidFill>
                  <a:srgbClr val="FBBF24"/>
                </a:solidFill>
                <a:latin typeface="IBM Plex Sans Arabic"/>
              </a:rPr>
              <a:t>الهاكاثون — ٣ أيام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5956" y="2496312"/>
            <a:ext cx="40827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Hackathon — 3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5956" y="306324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BBF24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تشغيل الوكلاء الأربعة على Claude Sonnet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5956" y="361188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BBF24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بناء طبقة الاسترجاع (RAG) للسياسات وسجل البلاغات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5956" y="416052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BBF24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سيناريو VPN متعدد المستخدمين كاملاً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956" y="470916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BBF24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سيناريو رفض الحارس لتثبيت برنامج غير معتمد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956" y="525780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BBF24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ديمو يعمل من البداية للنهاية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1783080"/>
            <a:ext cx="4539996" cy="46634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1783080"/>
            <a:ext cx="4539996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029968"/>
            <a:ext cx="40827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b="1" i="0">
                <a:solidFill>
                  <a:srgbClr val="9CA3AF"/>
                </a:solidFill>
                <a:latin typeface="IBM Plex Sans Arabic"/>
              </a:rPr>
              <a:t>ما بعد الهاكاثون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496312"/>
            <a:ext cx="40827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Beyond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06324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نشر تجريبي داخل شركة سعودية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1188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تكامل مع Slack و Teams و 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16052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لوحة امتثال NCA للمسؤول الأمني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70916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تحليلات للفريق التقني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257800"/>
            <a:ext cx="40827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300" b="0" i="0">
                <a:solidFill>
                  <a:srgbClr val="F5F5F5"/>
                </a:solidFill>
                <a:latin typeface="IBM Plex Sans Arabic"/>
              </a:rPr>
              <a:t>نسخة SaaS متعددة المستأجرين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68796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43116" y="260604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Haneen Aldossari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3116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Noura Aldossari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800" b="1" i="0">
                <a:solidFill>
                  <a:srgbClr val="F5F5F5"/>
                </a:solidFill>
                <a:latin typeface="IBM Plex Sans Arabic"/>
              </a:rPr>
              <a:t>نظام دعم تقني عربي، مصمَّم للسوق السعودي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087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000" b="0" i="0">
                <a:solidFill>
                  <a:srgbClr val="F5F5F5"/>
                </a:solidFill>
                <a:latin typeface="IBM Plex Sans Arabic"/>
              </a:rPr>
              <a:t>متوافق مع رؤية ٢٠٣٠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Saudi-first IT support, built for Vision 2030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